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aiSpeechMulti</a:t>
            </a:r>
          </a:p>
          <a:p>
            <a:pPr>
              <a:spcBef>
                <a:spcPts val="1600"/>
              </a:spcBef>
              <a:defRPr sz="1800">
                <a:solidFill>
                  <a:srgbClr val="A0AEC0"/>
                </a:solidFill>
                <a:latin typeface="Calibri"/>
              </a:defRPr>
            </a:pPr>
            <a:r>
              <a:t>多引擎即時語音辨識平台</a:t>
            </a:r>
            <a:br/>
            <a:r>
              <a:t>架構與核心技術說明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B6D4"/>
                </a:solidFill>
                <a:latin typeface="Calibri"/>
              </a:defRPr>
            </a:pPr>
            <a:r>
              <a:t>v2.0.0  |  2026-04-01  |  支援 6 路即時串流 + 5 種辨識引擎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平台總覽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Calibri"/>
              </a:defRPr>
            </a:pPr>
            <a:r>
              <a:t>6 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即時串流管道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8872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3258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Calibri"/>
              </a:defRPr>
            </a:pPr>
            <a:r>
              <a:t>5 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辨識引擎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8872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258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Calibri"/>
              </a:defRPr>
            </a:pPr>
            <a:r>
              <a:t>5 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串流模式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18872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59" y="13258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  <a:latin typeface="Calibri"/>
              </a:defRPr>
            </a:pPr>
            <a:r>
              <a:t>3 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詞彙優化系統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核心能力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即時語音辨識 — 6 路 WebSocket 串流，150ms 首字延遲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語音檔案辨識 — 批次上傳，5 種引擎可選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準確率評測 — CER/WER 字元級比對分析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全文檢索 — SQLite FTS5 三元組中文搜尋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詞彙優化 — PhraseSet + 術語修正 + 同音字修正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事件管理 — 危害等級分類 + 音檔歸檔 + 關鍵字提取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機密語音 — SenseVoice 100% 本地端離線辨識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技術棧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後端: FastAPI + Streamlit + SQLite (WAL)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前端: HTML5 + Web Audio API + WebSocket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STT: Google chirp_3 / Scribe v2 / Whisper / Gemini / SenseVoice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音訊: Silero VAD + DeepFilterNet 降噪 + ffmpeg 轉檔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NLP: opencc 簡繁轉換 + jieba 分詞 + jiwer CER/WER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ML: PyTorch + FunASR + torchaudio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系統架構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前端層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188720"/>
            <a:ext cx="8686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32588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index.html — 單頻道串流控制 + 辨識顯示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monitor.html — 6 路即時監控儀表板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display.html — 全螢幕關鍵字投影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Web Audio API → PCM 16kHz → WebSocket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64592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後端層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926080"/>
            <a:ext cx="8686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06324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app_api.py — FastAPI (WebSocket + REST API)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app_dashboard.py — Streamlit 管理面板 (8 頁面)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SQLite — 即時 DB (transcripts) + 批次 DB (events/audio/transcriptions)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AudioBuffer — 15s (batch) / 3s (sensevoice) chunk 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164592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引擎層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663440"/>
            <a:ext cx="8686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480060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Google STT chirp_3 — 雲端，asia-northeast1，gRPC 串流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ElevenLabs Scribe v2 — 雲端，WebSocket RT，150ms TTFT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OpenAI Whisper — 本地端，large-v3 / turbo / medium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SenseVoice — 本地端離線，RTF≈0.04，情緒辨識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371600" y="256032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1371600" y="429768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即時語音辨識模組（app_api.py）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645920"/>
                <a:gridCol w="914400"/>
                <a:gridCol w="338328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模式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引擎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延遲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存庫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適用場景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dual（推薦）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Scribe RT + Google 批次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~150ms 顯示</a:t>
                      </a:r>
                    </a:p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15s 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日常監聽 + 歸檔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scribe_rt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ElevenLabs Scribe v2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~150ms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最低延遲即時字幕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google_stream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 gRPC 串流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~500ms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高精度串流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sensevoice_local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SenseVoice（本地端）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~3s chunk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機密語音離線辨識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 / Scribe 批次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向下相容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WebSocket 端點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WS /ws/stream/{channel_id}?mode=dual&amp;backend=google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訊息類型: engine_info → partial（即時中間結果）→ transcript（確認）→ confirmed（Google 批次確認）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音訊格式: PCM 16-bit LE, 16kHz Mono | AudioBuffer: 15s (batch) / 3s (sensevoice)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語音檔案辨識模組（app_dashboard.py）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004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  選擇模型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Google STT / Gemini / Whisper</a:t>
            </a:r>
            <a:br/>
            <a:r>
              <a:t>混合模式 / SenseVoice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2004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  選擇子模型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9164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chirp_3 / gemini-2.5-flash</a:t>
            </a:r>
            <a:br/>
            <a:r>
              <a:t>large-v3 / SenseVoiceSmall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88720"/>
            <a:ext cx="3200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  載入音檔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9164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上傳本機檔案</a:t>
            </a:r>
            <a:br/>
            <a:r>
              <a:t>瀏覽伺服器目錄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32004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4  詞彙優化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59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PhraseSet + 術語修正</a:t>
            </a:r>
            <a:br/>
            <a:r>
              <a:t>+ 同音字修正（297 條）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749039"/>
            <a:ext cx="32004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5  音訊前處理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251959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389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VAD 靜音過濾</a:t>
            </a:r>
            <a:br/>
            <a:r>
              <a:t>DeepFilterNet 降噪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749039"/>
            <a:ext cx="32004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6  彙整輸出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251959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389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依時間排序合併</a:t>
            </a:r>
            <a:br/>
            <a:r>
              <a:t>事件名稱命名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辨識引擎比較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645920"/>
                <a:gridCol w="1371600"/>
                <a:gridCol w="1188720"/>
                <a:gridCol w="731520"/>
                <a:gridCol w="4023360"/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引擎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延遲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中文精度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離線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特色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 STT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雲端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chirp_3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~500ms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講者辨識、PhraseSet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Scribe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雲端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scribe_v2_rt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~150ms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最低延遲、VAD 自動提交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Whisper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本地端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large-v3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~4s/段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多語言、initial_prompt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SenseVoice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本地端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SenseVoiceSmall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~70ms/10s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情緒辨識、事件偵測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雲端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2.5-flash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~2s/段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多模態、語意理解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混合模式（Hybrid）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Google STT chirp_3 + Gemini 雙引擎辨識 → result_fuser.py 自動融合 → 取最佳結果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融合策略：CER 交叉比對，選擇與另一引擎差異最小的結果，或在兩者一致時直接採用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資料庫架構（SQLite + FTS5）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即時串流 DB — aiSpeechMulti.db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transcripts 表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id | channel_id | transcript | confidence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stt_backend | use_vad | use_denoise | created_at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索引: idx_ch (channel_id), idx_ts (created_at)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WAL 模式 — 支援併發讀寫（多 WebSocket 連線）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029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批次辨識 DB — aiSpeech.db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events 表 — 事件 (event_name, hazard_level 0-5, model_type)</a:t>
            </a:r>
          </a:p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audio_files 表 — 音檔 (filename, archive_path, SHA-256)</a:t>
            </a:r>
          </a:p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transcriptions 表 — 辨識結果 (transcript, status, FTS5 同步)</a:t>
            </a:r>
          </a:p>
          <a:p>
            <a:pPr>
              <a:spcAft>
                <a:spcPts val="400"/>
              </a:spcAft>
              <a:defRPr sz="1200" b="1">
                <a:solidFill>
                  <a:srgbClr val="EF4444"/>
                </a:solidFill>
                <a:latin typeface="Calibri"/>
              </a:defRPr>
            </a:pPr>
            <a:r>
              <a:t>keywords 表 — 關鍵字 (keyword, hazard_level, source)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FTS5 全文檢索: trigram tokenizer（中文三元組分詞）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資料流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即時串流: Browser PCM → WebSocket → STT → transcripts 表 → 前端推播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批次辨識: 音檔上傳 → events 表 → audio_files 表 → STT → transcriptions 表 → FTS5 同步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關鍵字提取: transcriptions → Gemini API → keywords 表 → display.html 即時高亮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事件歸檔: 音檔 → SHA-256 → data/audio_archive/ → audio_files.archive_path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三層詞彙優化系統 + 音訊前處理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004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第一層 — 辨識前提示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Google PhraseSet</a:t>
            </a:r>
            <a:br/>
            <a:r>
              <a:t>(chirp_2 專用)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vocabulary/google_phrases.json</a:t>
            </a:r>
            <a:br/>
            <a:r>
              <a:t>boost_value 權重排序，僅 Google STT 有效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2004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第二層 — 辨識後修正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9164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術語 + 同音字修正</a:t>
            </a:r>
            <a:br/>
            <a:r>
              <a:t>(102 條規則)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utils/text_cleaner.py</a:t>
            </a:r>
            <a:br/>
            <a:r>
              <a:t>OCC/MCP 核心術語 + 常見同音異字修正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88720"/>
            <a:ext cx="3200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第二層+ — 補充詞彙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9164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correction_dict 補充</a:t>
            </a:r>
            <a:br/>
            <a:r>
              <a:t>(+195 條規則)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vocabulary/correction_dict.py</a:t>
            </a:r>
            <a:br/>
            <a:r>
              <a:t>月台編號、軍事數字讀法、站名修正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029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音訊前處理管線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1. DeepFilterNet 降噪 — AI 背景噪音抑制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適用：一般環境噪音。無線電窄頻建議關閉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2. Silero VAD 靜音過濾 — 語音活動偵測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門檻 0.0-1.0，過濾靜噪段防止 STT 幻覺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3. ffmpeg 格式轉換 — 任意格式 → LINEAR16 PCM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40480"/>
            <a:ext cx="5029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master_vocabulary.csv 欄位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term — 專業術語（OCC、月台門、轉轍器...）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category — 分類（equipment/location/action/personnel）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boost_value — 權重（0-20，影響辨識優先序）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alert_level — 危害等級（0 正常 ~ 5 緊急）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common_error — 常見誤辨（歐西→OCC、越台門→月台門）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前端介面與 Streamlit 管理面板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前端頁面（static/）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index.html — 單頻道串流控制 + 辨識結果顯示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monitor.html — 6 路即時監控儀表板（自動輪詢）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display.html — 全螢幕關鍵字投影（控制室用）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技術: Web Audio API + WebSocket + Vanilla JS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Streamlit 管理面板（8 頁面）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首頁 — 即時監控 + 轉錄歷史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語音辨識 — 6 步驟批次辨識流程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準確率評測 — CER/WER 音檔 + 文稿比對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事件管理 — 瀏覽/編輯/搜尋/匯出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10515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  <a:latin typeface="Calibri"/>
              </a:defRPr>
            </a:pPr>
            <a:r>
              <a:t>REST API 端點（FastAPI）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/api/channels       — 6 路管道即時狀態（連線時間、辨識筆數、引擎、模式）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/api/transcripts    — 查詢辨識結果（分頁、頻道篩選、時間排序）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/api/settings       — 音訊前處理設定（VAD / 降噪 / 門檻）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POST /api/settings       — 動態更新前處理設定（即時生效，無需重啟）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/api/keywords       — 關鍵字清單（display.html 即時比對高亮用）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/api/health         — 健康檢查 + 版本 + 可用模式列表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aiSpeechMulti v2.0</a:t>
            </a:r>
          </a:p>
          <a:p>
            <a:pPr>
              <a:spcBef>
                <a:spcPts val="1600"/>
              </a:spcBef>
              <a:defRPr sz="1800">
                <a:solidFill>
                  <a:srgbClr val="A0AEC0"/>
                </a:solidFill>
                <a:latin typeface="Calibri"/>
              </a:defRPr>
            </a:pPr>
            <a:r>
              <a:t>多引擎即時語音辨識平台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GitHub: github.com/datadigshawn/aiSpeechMulti</a:t>
            </a:r>
          </a:p>
          <a:p>
            <a:pPr>
              <a:spcBef>
                <a:spcPts val="8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啟動 API: uvicorn app_api:app --host 0.0.0.0 --port 8000</a:t>
            </a:r>
          </a:p>
          <a:p>
            <a:pPr>
              <a:spcBef>
                <a:spcPts val="8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啟動面板: streamlit run app_dashboard.py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