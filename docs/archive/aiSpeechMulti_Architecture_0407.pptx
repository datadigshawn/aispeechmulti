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aiSpeechMulti</a:t>
            </a:r>
          </a:p>
          <a:p>
            <a:pPr>
              <a:spcBef>
                <a:spcPts val="1600"/>
              </a:spcBef>
              <a:defRPr sz="1800">
                <a:solidFill>
                  <a:srgbClr val="A0AEC0"/>
                </a:solidFill>
                <a:latin typeface="Calibri"/>
              </a:defRPr>
            </a:pPr>
            <a:r>
              <a:t>多引擎即時語音辨識平台</a:t>
            </a:r>
            <a:br/>
            <a:r>
              <a:t>架構與核心技術說明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6B6D4"/>
                </a:solidFill>
                <a:latin typeface="Calibri"/>
              </a:defRPr>
            </a:pPr>
            <a:r>
              <a:t>v2.1  |  2026-04-06  |  6 路即時串流 + 5 種辨識引擎 + 10 頁管理面板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平台總覽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Calibri"/>
              </a:defRPr>
            </a:pPr>
            <a:r>
              <a:t>6 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即時串流管道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Calibri"/>
              </a:defRPr>
            </a:pPr>
            <a:r>
              <a:t>5 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辨識引擎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Calibri"/>
              </a:defRPr>
            </a:pPr>
            <a:r>
              <a:t>5 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WebSocket 串流模式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59" y="13258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Calibri"/>
              </a:defRPr>
            </a:pPr>
            <a:r>
              <a:t>10 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Streamlit 管理面板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核心能力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即時語音辨識 — 6 路 WebSocket 串流，~150ms 首字延遲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批次音檔辨識 — 5 種引擎可選 + 6 步驟流程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準確率評測 — CER/WER 字元級比對分析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全文檢索 — SQLite FTS5 中文三元組搜尋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詞彙優化 — PhraseSet + 術語修正 + 同音字修正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事件管理 — 危害等級分類 + 音檔歸檔 + 關鍵字提取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離線辨識 — SenseVoice / Whisper 100% 本地端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技術棧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後端: FastAPI + Streamlit + SQLite (WAL)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前端: HTML5 + Web Audio API + WebSocket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STT: Google chirp_3 / Scribe v2 / Whisper / SenseVoice / Gemini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音訊: Silero VAD + DeepFilterNet 降噪 + ffmpeg 轉檔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NLP: opencc 簡繁轉換 + jiwer CER/WER 評測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ML: PyTorch + FunASR + faster-whisper (CTranslate2)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系統架構（三層）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前端層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18872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3258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index.html — 單頻道串流控制 + 辨識結果顯示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monitor.html — 6 路即時監控儀表板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display.html — 全螢幕關鍵字投影（控制室）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 Audio API → PCM 16kHz Mono → WebSocket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64592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後端層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92608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6324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app_api.py — FastAPI（WebSocket + REST API + 6 路管道）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app_dashboard.py — Streamlit 管理面板（10 頁面）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SQLite WAL — aiSpeechMulti.db（即時 transcripts 表）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AudioBuffer — 15s（batch）/ 3s（sensevoice）chunk 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164592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引擎層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663440"/>
            <a:ext cx="8686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80060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Google STT — 雲端 chirp_3，asia-northeast1，gRPC 串流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ElevenLabs Scribe v2 — 雲端 WebSocket RT，~150ms TTFT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OpenAI Whisper — 本地端 large-v3 / turbo（faster-whisper）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SenseVoice — 本地端離線，RTF≈0.1，情緒/事件辨識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371600" y="256032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371600" y="429768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即時語音辨識模組（app_api.py）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645920"/>
                <a:gridCol w="914400"/>
                <a:gridCol w="338328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引擎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延遲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存庫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適用場景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dual（推薦）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 RT + Google 批次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~150ms 顯示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15s 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日常監聽 + 歸檔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scribe_rt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ElevenLabs Scribe v2 RT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~150ms TTFT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最低延遲即時字幕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google_stream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gRPC 串流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高精度串流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sensevoice_local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SenseVoiceSmall（本地端）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~3s chunk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機密語音離線辨識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/ Scribe 批次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向下相容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Calibri"/>
              </a:defRPr>
            </a:pPr>
            <a:r>
              <a:t>WebSocket 端點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WS /ws/stream/{channel_id}?mode=dual&amp;backend=google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訊息類型: engine_info → partial（即時中間結果）→ transcript（確認）→ confirmed（Google 批次確認）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音訊格式: PCM 16-bit LE, 16kHz Mono | AudioBuffer: 15s（batch）/ 3s（sensevoice）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處理函式: _handle_dual_mode / _handle_scribe_rt_mode / _handle_google_stream_mode / _handle_sensevoice_local_mode / _handle_batch_mode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語音檔案辨識模組（app_dashboard.py 6 步驟流程）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  選擇模型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Google STT / Scribe / Whisper</a:t>
            </a:r>
            <a:br/>
            <a:r>
              <a:t>Gemini / SenseVoice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  選擇子模型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chirp_3 / scribe_v1</a:t>
            </a:r>
            <a:br/>
            <a:r>
              <a:t>large-v3 / SenseVoiceSmall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200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  載入音檔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上傳 wav/mp3/m4a/flac</a:t>
            </a:r>
            <a:br/>
            <a:r>
              <a:t>瀏覽伺服器目錄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3200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  詞彙優化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59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PhraseSet 提示 + 術語修正</a:t>
            </a:r>
            <a:br/>
            <a:r>
              <a:t>+ 同音字修正（170 條）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749039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5  音訊前處理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51959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Silero VAD 過濾</a:t>
            </a:r>
            <a:br/>
            <a:r>
              <a:t>DeepFilterNet 降噪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49039"/>
            <a:ext cx="3200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6  彙整輸出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251959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依時間排序合併</a:t>
            </a:r>
            <a:br/>
            <a:r>
              <a:t>簡繁轉換 + 事件命名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辨識引擎比較（5 大引擎）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645920"/>
                <a:gridCol w="1371600"/>
                <a:gridCol w="1188720"/>
                <a:gridCol w="731520"/>
                <a:gridCol w="402336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引擎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延遲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中文精度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離線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特色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雲端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chirp_3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PhraseSet、講者辨識、區域端點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 v2 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雲端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scribe_v2_realtime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WebSocket、最低延遲、自動 VAD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Whisper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本地端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large-v3 /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~4s/段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faster-whisper 加速、initial_prompt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SenseVoice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本地端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iic/SenseVoiceSmall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~70ms / 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情緒辨識、事件偵測（笑/哭/掌聲）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雲端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2.5-flash / 2.5-pro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~2s/段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多模態、語意理解、自訂 prompt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STT 模組位置 — scripts/models/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model_google_stt.py / model_scribe.py / model_whisper.py / model_sensevoice.py / model_gemini.py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工廠函式: create_stt_model(backend='google'|'scribe'|'sensevoice') — app_api.py 統一建立 STT 實例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資料庫架構（SQLite WAL + FTS5）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即時串流表 — aiSpeechMulti.db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transcripts 表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id | channel_id | transcript | confidence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stt_backend | use_vad | use_denoise | created_at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索引: idx_ch (channel_id), idx_ts (created_at)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WAL 模式 — 支援併發讀寫（多 WebSocket 連線）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批次辨識相關表（utils/db_manager.py）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events — 事件 (event_name, hazard_level 0-5, model_type)</a:t>
            </a:r>
          </a:p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audio_files — 音檔 (filename, archive_path, file_hash)</a:t>
            </a:r>
          </a:p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transcriptions — 辨識結果 (transcript, status, FTS5 同步)</a:t>
            </a:r>
          </a:p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  <a:latin typeface="Calibri"/>
              </a:defRPr>
            </a:pPr>
            <a:r>
              <a:t>keywords — 關鍵字 (keyword, hazard_level, source)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transcriptions_fts — FTS5 trigram tokenizer（中文子字串檢索）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資料流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即時串流: Browser PCM → WebSocket → STT → transcripts 表 → 前端推播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批次辨識: 音檔上傳 → events → audio_files → STT → transcriptions → FTS5 同步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關鍵字提取: transcriptions → Gemini → keywords → display.html 即時高亮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事件歸檔: 音檔 → SHA-256 → data/audio_archive/ → audio_files.archive_path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三層詞彙優化系統 + 音訊前處理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第一層 — 辨識前提示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Google PhraseSet</a:t>
            </a:r>
            <a:br/>
            <a:r>
              <a:t>(184 條術語)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vocabulary/master_vocabulary.csv</a:t>
            </a:r>
            <a:br/>
            <a:r>
              <a:t>boost_value 權重排序，僅 Google STT 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2004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第二層 — 辨識後修正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術語 + 同音字修正</a:t>
            </a:r>
            <a:br/>
            <a:r>
              <a:t>(~170 條規則)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vocabulary/correction_dict.py</a:t>
            </a:r>
            <a:br/>
            <a:r>
              <a:t>月台編號、軍事數字讀法、設備代號修正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200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第三層 — 緊急關鍵字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alert_keywords.json</a:t>
            </a:r>
            <a:br/>
            <a:r>
              <a:t>+ 危害等級分類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vocabulary/alert_keywords.json</a:t>
            </a:r>
            <a:br/>
            <a:r>
              <a:t>0-5 級危害分級，display.html 即時高亮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音訊前處理管線（utils/）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1. DeepFilterNet 降噪 — noise_filter.py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AI 背景噪音抑制；無線電窄頻建議關閉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2. Silero VAD 靜音過濾 — vad_filter.py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門檻 0.0-1.0，全域單例 thread-safe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3. ffmpeg 格式轉換 → LINEAR16 PCM 16kHz Mono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4. 動態設定 — POST /api/settings 即時生效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master_vocabulary.csv 欄位（184 條）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term — 專業術語（OCC、月台門、CBTC、ATP...）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category — equipment / location / action / personnel / numeric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boost_value — 權重 0-20（影響辨識優先序）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alert_level — 危害等級（0 正常 ~ 5 緊急）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pinyin / common_error — 拼音與常見誤辨對照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前端介面 + Streamlit 管理面板（10 頁面）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前端頁面（static/）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index.html — 單頻道串流控制 + 辨識顯示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monitor.html — 6 路即時監控（自動輪詢）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display.html — 全螢幕關鍵字投影（控制室）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技術: Web Audio API + WebSocket + Vanilla JS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Streamlit 10 頁面（app_dashboard.py）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home / monitor / speech / running / management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search / stats / vocabulary / evaluation / offline_monitor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功能: 即時監控、批次辨識、事件管理、全文檢索、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統計圖表、詞彙線上編輯、CER/WER 評測、資料夾監看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  <a:latin typeface="Calibri"/>
              </a:defRPr>
            </a:pPr>
            <a:r>
              <a:t>REST API 端點（FastAPI / app_api.py）</a:t>
            </a:r>
          </a:p>
          <a:p>
            <a:pPr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/api/channels       — 6 路管道狀態（連線時間、辨識筆數、引擎、模式）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/api/transcripts    — 查詢辨識結果（分頁、頻道篩選、時間排序）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/api/settings       — 音訊前處理設定（VAD / 降噪 / 門檻）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POST /api/settings       — 動態更新前處理設定（即時生效，無需重啟）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/api/keywords       — 關鍵字清單（display.html 即時比對高亮）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/api/test_scribe    — Scribe RT 連線診斷（合成音訊測試）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GET  /api/health         — 健康檢查 + 版本 + DB 狀態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離線模式規劃（Mac mini M4 24GB）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系統架構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輸入: IMA-ADPCM 無線電音檔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→ ffmpeg 轉換 → 16kHz Mono WAV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雙引擎並行（CPU 推論）: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faster-whisper（CTranslate2 加速）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• SenseVoiceSmall（FunASR）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輸出: Streamlit Web UI（port 8501）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情緒標籤 + CSV / SRT 匯出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4 大功能模式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1. 單檔辨識 — 上傳音檔即時處理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2. 資料夾監看 — 近即時自動處理新檔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3. 批次處理 — 整批音檔一次辨識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4. 雙引擎比對 — 同檔案兩引擎並陳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詞彙注入: faster-whisper prompt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     SenseVoice hotwords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40AF"/>
                </a:solidFill>
                <a:latin typeface="Calibri"/>
              </a:defRPr>
            </a:pPr>
            <a:r>
              <a:t>效能基準（Mac mini M4 CPU）與安全設計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SenseVoiceSmall — 10s 音檔約 1s 推論（RTF 0.1x）  ★★★★★ 中文精度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faster-whisper large-v3 — 10s 音檔約 15s 推論（RTF 1.5x）  ★★★★ 多語言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安全: 100% 離線（無雲端傳輸）| 網路隔離 | 防火牆防護 | USB 模型更新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文件: 離線模式規劃/DEPLOYMENT_GUIDE.md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aiSpeechMulti v2.1</a:t>
            </a:r>
          </a:p>
          <a:p>
            <a:pPr>
              <a:spcBef>
                <a:spcPts val="1600"/>
              </a:spcBef>
              <a:defRPr sz="1800">
                <a:solidFill>
                  <a:srgbClr val="A0AEC0"/>
                </a:solidFill>
                <a:latin typeface="Calibri"/>
              </a:defRPr>
            </a:pPr>
            <a:r>
              <a:t>多引擎即時語音辨識平台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GitHub: github.com/datadigshawn/aiSpeechMulti</a:t>
            </a:r>
          </a:p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啟動 API: uvicorn app_api:app --host 0.0.0.0 --port 8000</a:t>
            </a:r>
          </a:p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啟動面板: streamlit run app_dashboard.py</a:t>
            </a:r>
          </a:p>
          <a:p>
            <a:pPr>
              <a:spcBef>
                <a:spcPts val="8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OpenAPI 文件: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